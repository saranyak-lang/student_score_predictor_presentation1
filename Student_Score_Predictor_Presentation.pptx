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Score Predictor using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Team: Data Innovators</a:t>
            </a:r>
          </a:p>
          <a:p>
            <a:r>
              <a:t>Member: Mounika BVS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often wonder how many hours they need to study to achieve their target score.</a:t>
            </a:r>
          </a:p>
          <a:p/>
          <a:p>
            <a:r>
              <a:t>This project aims to predict a student's exam score based on the number of study hours using a Linear Regression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Load and visualize dataset (Hours vs Scores)</a:t>
            </a:r>
          </a:p>
          <a:p>
            <a:r>
              <a:t>2. Split data into training and testing sets</a:t>
            </a:r>
          </a:p>
          <a:p>
            <a:r>
              <a:t>3. Train Linear Regression model</a:t>
            </a:r>
          </a:p>
          <a:p>
            <a:r>
              <a:t>4. Evaluate using Mean Absolute Error</a:t>
            </a:r>
          </a:p>
          <a:p>
            <a:r>
              <a:t>5. Predict custom input (e.g., 9.25 hours studied)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Regression Line plotted (Hours vs Scores)</a:t>
            </a:r>
          </a:p>
          <a:p>
            <a:r>
              <a:t>✅ Model trained successfully with high accuracy</a:t>
            </a:r>
          </a:p>
          <a:p>
            <a:r>
              <a:t>✅ Mean Absolute Error (MAE): ~4.18</a:t>
            </a:r>
          </a:p>
          <a:p>
            <a:r>
              <a:t>✅ Example: If a student studies 9.25 hours → Predicted Score ≈ 92.5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📘 The model demonstrates a strong linear relationship between study hours and exam scores.</a:t>
            </a:r>
          </a:p>
          <a:p/>
          <a:p>
            <a:r>
              <a:t>Future improvements:</a:t>
            </a:r>
          </a:p>
          <a:p>
            <a:r>
              <a:t>- Use a larger dataset</a:t>
            </a:r>
          </a:p>
          <a:p>
            <a:r>
              <a:t>- Add more student-related features (sleep hours, breaks, etc.)</a:t>
            </a:r>
          </a:p>
          <a:p>
            <a:r>
              <a:t>- Build a web or mobile app for score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